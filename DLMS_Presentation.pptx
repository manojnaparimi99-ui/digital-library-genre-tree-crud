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8254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4114800"/>
            <a:ext cx="1828800" cy="102870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LIBRARY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365760" y="2084832"/>
            <a:ext cx="5029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Using Linked List in C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Varshini  •  Manojna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 |  C Programming  | 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91440" cy="2926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 C program that performs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 · Read · Update · Delete)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dynamic collection of records — each holding an ID and a Name — through a menu-driven interface in C.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315968"/>
            <a:ext cx="18288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4315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560320" y="4315968"/>
            <a:ext cx="18288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0" y="4315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4315968"/>
            <a:ext cx="18288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4315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4315968"/>
            <a:ext cx="18288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43159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manage library user records &amp; book inventories dynamically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344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23444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🎓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0" y="1417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Records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Store, update, and retrieve student information in schools &amp; colleges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97180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👔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employee details with efficient insertion and deletion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1546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8640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Management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contact apps where entries are added/removed frequently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STRUCTURE: SINGLY LINKED LIST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Linked List?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 allocation — no fixed size like arrays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insertion and deletion (O(1) at head)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data handling at runtime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memory wastage from unused slots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and shrinks as needed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097280"/>
            <a:ext cx="42519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97280"/>
            <a:ext cx="4251960" cy="4114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1155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16002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Node {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</a:t>
            </a: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id;       // Unique identifier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</a:t>
            </a: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name[50]; // Person name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struct Node* </a:t>
            </a: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next; // Pointer to next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2971800"/>
            <a:ext cx="4251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971800"/>
            <a:ext cx="4251960" cy="411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9900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Diagram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3520440"/>
            <a:ext cx="10058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0" y="384048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7568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43600" y="3520440"/>
            <a:ext cx="10058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49440" y="384048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3703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223760" y="3520440"/>
            <a:ext cx="1005840" cy="640080"/>
          </a:xfrm>
          <a:prstGeom prst="rect">
            <a:avLst/>
          </a:prstGeom>
          <a:solidFill>
            <a:srgbClr val="F0F4F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COMPONENTS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18872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430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00200" y="12344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insertNode()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00200" y="14904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Allocates new node, assigns ID &amp; name, appends to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9280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92808"/>
            <a:ext cx="1188720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9280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00200" y="1984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displayList()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22402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Traverses from HEAD and prints each node's data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4261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42616"/>
            <a:ext cx="11887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4261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00200" y="273405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updateNode()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9900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by ID, modifies the name field of matching node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39242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92424"/>
            <a:ext cx="118872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92424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600200" y="34838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deleteNode()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00200" y="37398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target node, re-links pointers, frees memory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42232"/>
            <a:ext cx="1188720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42232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600200" y="42336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searchNode()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00200" y="44897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search through list by ID and returns result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CODE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— insertNode()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newNode = malloc(sizeof(Node));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newNode-&gt;id = id;
strcpy(newNode-&gt;name, name);
newNode-&gt;next = head;
head = newNode;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0632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— deleteNode(id)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(curr-&gt;id == id) {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prev-&gt;next = curr-&gt;next;
</a:t>
            </a: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free(curr);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return;
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— displayList()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Node* temp = head;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(temp != NULL) {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 %s", temp-&gt;id,
         temp-&gt;name);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 = temp-&gt;next;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108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— updateNode(id)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39319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(curr != NULL) {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(curr-&gt;id == id) {
    strcpy(curr-&gt;name,
</a:t>
            </a: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newName);
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}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MENU-DRIVEN INTERFACE FLOW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2011680"/>
            <a:ext cx="13716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20116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242316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64208" y="22677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2011680"/>
            <a:ext cx="14630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242316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01568" y="22677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03320" y="2011680"/>
            <a:ext cx="14630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03320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66360" y="242316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84648" y="22677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0" y="2011680"/>
            <a:ext cx="146304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0" y="201168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2423160"/>
            <a:ext cx="27432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2267712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69480" y="2011680"/>
            <a:ext cx="15544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69480" y="201168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3154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Options: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611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11880"/>
            <a:ext cx="457200" cy="502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3611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Record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00400" y="3611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3611880"/>
            <a:ext cx="457200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0" y="3611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74904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61188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3611880"/>
            <a:ext cx="457200" cy="5029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61188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3611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ID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42519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4251960"/>
            <a:ext cx="457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251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Record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0" y="42519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0" y="4251960"/>
            <a:ext cx="457200" cy="5029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0" y="4251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74904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Record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26480" y="4251960"/>
            <a:ext cx="27432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4251960"/>
            <a:ext cx="45720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2519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675120" y="42519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Program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— DEMO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18872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188720"/>
            <a:ext cx="182880" cy="1828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80160" y="118872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1143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./library_management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5361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DIGITAL LIBRARY MANAGEMENT SYSTEM ===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828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MENU ---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1214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Insert Record  2. Display All  3. Search  4. Update  5. Delete  0. Exit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14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70662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ID: 101   Enter Name: Varshini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9992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Record inserted successfully!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2918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5844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101  Name: Varshini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87705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choice: 4  → ID: 101  New Name: Manojna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1696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✔ Record updated. | Enter choice: 0  →  Goodbye!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CONCLUSION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554480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554480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55448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dynamic memory allocation and pointer manipulation in 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76272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17627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176272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all four CRUD operations efficiently using a singly linked list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798064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79806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2798064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complete menu-driven CLI application from scratch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3419856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4198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419856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time and space complexity of each linked list operation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4041648"/>
            <a:ext cx="859536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04164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041648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the data structure to real-world systems like library &amp; HR apps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Varshini  &amp;  Manojna  •  Digital Library Management System  •  2025–26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665</Words>
  <Application>Microsoft Office PowerPoint</Application>
  <PresentationFormat>On-screen Show (16:9)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Library Management System</dc:title>
  <dc:subject>PptxGenJS Presentation</dc:subject>
  <dc:creator>PptxGenJS</dc:creator>
  <cp:lastModifiedBy>PARIMI MANOJNA</cp:lastModifiedBy>
  <cp:revision>2</cp:revision>
  <dcterms:created xsi:type="dcterms:W3CDTF">2026-04-09T11:41:15Z</dcterms:created>
  <dcterms:modified xsi:type="dcterms:W3CDTF">2026-04-09T11:53:08Z</dcterms:modified>
</cp:coreProperties>
</file>