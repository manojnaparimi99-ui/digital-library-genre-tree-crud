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8254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1097280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4114800"/>
            <a:ext cx="1828800" cy="1028700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LIBRARY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084832"/>
            <a:ext cx="50292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286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 Using Linked List in 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Varshini  •  Manojna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  |  C Programming  |  2025–26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91440" cy="2926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 a C program that performs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(Create · Read · Update · Delete)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dynamic collection of records — each holding an ID and a Name — through a menu-driven interface in 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315968"/>
            <a:ext cx="1828800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60320" y="4315968"/>
            <a:ext cx="182880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6032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4315968"/>
            <a:ext cx="18288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4315968"/>
            <a:ext cx="182880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APPLICATIONS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234440"/>
            <a:ext cx="41148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📚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Management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manage library user records &amp; book inventories dynamically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234440"/>
            <a:ext cx="41148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173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🎓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48640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Store, update, and retrieve student information in schools &amp; colleges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97180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71800"/>
            <a:ext cx="41148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54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👔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Database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9728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employee details with efficient insertion and deletion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7180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971800"/>
            <a:ext cx="41148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154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48640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Management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contact apps where entries are added/removed frequently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STRUCTURE: SINGLY LINKED LIST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393192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15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Linked List?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6002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allocation — no fixed size like arrays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insertion and deletion (O(1) at head)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data handling at runtime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wastage from unused slots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and shrinks as needed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097280"/>
            <a:ext cx="4251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097280"/>
            <a:ext cx="425196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1155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Structure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16002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Node {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 </a:t>
            </a: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id;       // Unique identifier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char </a:t>
            </a: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name[50]; // Person name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struct Node* </a:t>
            </a: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next; // Pointer to next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2971800"/>
            <a:ext cx="4251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971800"/>
            <a:ext cx="425196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2990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Diagram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3520440"/>
            <a:ext cx="1005840" cy="640080"/>
          </a:xfrm>
          <a:prstGeom prst="rect">
            <a:avLst/>
          </a:prstGeom>
          <a:solidFill>
            <a:srgbClr val="F0F4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5204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0" y="3840480"/>
            <a:ext cx="2743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87568" y="37033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0" y="3520440"/>
            <a:ext cx="1005840" cy="640080"/>
          </a:xfrm>
          <a:prstGeom prst="rect">
            <a:avLst/>
          </a:prstGeom>
          <a:solidFill>
            <a:srgbClr val="F0F4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35204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3840480"/>
            <a:ext cx="2743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67728" y="37033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223760" y="3520440"/>
            <a:ext cx="1005840" cy="640080"/>
          </a:xfrm>
          <a:prstGeom prst="rect">
            <a:avLst/>
          </a:prstGeom>
          <a:solidFill>
            <a:srgbClr val="F0F4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23760" y="35204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0" y="3611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COMPONENTS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43000"/>
            <a:ext cx="1188720" cy="6583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43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00200" y="1234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insertNode()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49047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Allocates new node, assigns ID &amp; name, appends to list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92808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892808"/>
            <a:ext cx="1188720" cy="6583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928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00200" y="1984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displayList()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22402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Traverses from HEAD and prints each node's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642616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642616"/>
            <a:ext cx="118872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426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00200" y="273405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updateNode()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29900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by ID, modifies the name field of matching node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392424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392424"/>
            <a:ext cx="1188720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3924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00200" y="348386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deleteNode()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373989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target node, re-links pointers, frees memory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142232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4142232"/>
            <a:ext cx="1188720" cy="6583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1422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600200" y="42336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searchNode()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600200" y="448970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search through list by ID and returns result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CODE WALKTHROUGH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43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— insertNode()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39319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Node* newNode = malloc(sizeof(Node));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newNode-&gt;id = id;
strcpy(newNode-&gt;name, name);
newNode-&gt;next = head;
head = newNode;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3063240"/>
            <a:ext cx="411480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3108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— deleteNode(id)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474720"/>
            <a:ext cx="39319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(curr-&gt;id == id) {
</a:t>
            </a: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prev-&gt;next = curr-&gt;next;
</a:t>
            </a: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free(curr);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return;
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1480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43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— displayList()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08760"/>
            <a:ext cx="39319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Node* temp = head;
</a:t>
            </a: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(temp != NULL) {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printf("%d %s", temp-&gt;id,
         temp-&gt;name);
</a:t>
            </a: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 = temp-&gt;next;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063240"/>
            <a:ext cx="411480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3108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— updateNode(id)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3474720"/>
            <a:ext cx="39319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(curr != NULL) {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(curr-&gt;id == id) {
    strcpy(curr-&gt;name,
</a:t>
            </a: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newName);
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}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MENU-DRIVEN INTERFACE FLOW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2011680"/>
            <a:ext cx="137160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2011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45920" y="2423160"/>
            <a:ext cx="2743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64208" y="2267712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920240" y="2011680"/>
            <a:ext cx="146304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920240" y="2011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2423160"/>
            <a:ext cx="2743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01568" y="2267712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703320" y="2011680"/>
            <a:ext cx="146304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03320" y="2011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66360" y="2423160"/>
            <a:ext cx="2743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2267712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0" y="2011680"/>
            <a:ext cx="146304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0" y="2011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49440" y="2423160"/>
            <a:ext cx="2743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67728" y="2267712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269480" y="2011680"/>
            <a:ext cx="155448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69480" y="20116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Options: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" y="361188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611880"/>
            <a:ext cx="457200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36118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Record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00400" y="361188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0" y="3611880"/>
            <a:ext cx="45720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0" y="36118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749040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All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26480" y="361188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3611880"/>
            <a:ext cx="457200" cy="5029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6118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675120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ID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74320" y="425196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74320" y="4251960"/>
            <a:ext cx="4572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251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519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Record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00400" y="425196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200400" y="4251960"/>
            <a:ext cx="45720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0" y="4251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749040" y="42519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Record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126480" y="425196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126480" y="4251960"/>
            <a:ext cx="457200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0" y="4251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675120" y="42519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Program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 — DEMO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18872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118872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1188720"/>
            <a:ext cx="182880" cy="1828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./library_management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15361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 DIGITAL LIBRARY MANAGEMENT SYSTEM ===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 MENU ---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1214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Insert Record  2. Display All  3. Search  4. Update  5. Delete  0. Exit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414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choice: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70662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ID: 101   Enter Name: Varshini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992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Record inserted successfully!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choice: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5844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ID: 101  Name: Varshini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387705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choice: 4  → ID: 101  New Name: Manojna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16966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Record updated. | Enter choice: 0  →  Goodbye!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LEARNINGS &amp; CONCLUSION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554480"/>
            <a:ext cx="8595360" cy="53035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554480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Mastered dynamic memory allocation and pointer manipulation in 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2176272"/>
            <a:ext cx="8595360" cy="53035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217627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all four CRUD operations efficiently using a singly linked list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798064"/>
            <a:ext cx="8595360" cy="53035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" y="279806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🖥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complete menu-driven CLI application from scratch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3419856"/>
            <a:ext cx="8595360" cy="53035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" y="3419856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4400" y="341985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Analyzed time and space complexity of each linked list operation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4041648"/>
            <a:ext cx="8595360" cy="53035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4041648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04164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the data structure to real-world systems like library &amp; HR apps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Varshini  &amp;  Manojna  •  Digital Library Management System  •  2025–26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665</Words>
  <Application>Microsoft Office PowerPoint</Application>
  <PresentationFormat>On-screen Show (16:9)</PresentationFormat>
  <Paragraphs>137</Paragraphs>
  <Slides>9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Library Management System</dc:title>
  <dc:subject>PptxGenJS Presentation</dc:subject>
  <dc:creator>PptxGenJS</dc:creator>
  <cp:lastModifiedBy>PARIMI MANOJNA</cp:lastModifiedBy>
  <cp:revision>3</cp:revision>
  <dcterms:created xsi:type="dcterms:W3CDTF">2026-04-09T11:41:15Z</dcterms:created>
  <dcterms:modified xsi:type="dcterms:W3CDTF">2026-04-19T13:07:55Z</dcterms:modified>
</cp:coreProperties>
</file>